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371600"/>
            <a:ext cx="1371600" cy="137160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🎯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&amp; Job Matching 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28600" y="14630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Endee Vector Database + Google Gemini RAG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743200"/>
            <a:ext cx="1371600" cy="347472"/>
          </a:xfrm>
          <a:prstGeom prst="rect">
            <a:avLst/>
          </a:prstGeom>
          <a:solidFill>
            <a:srgbClr val="21253A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43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Semantic Search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2743200"/>
            <a:ext cx="1371600" cy="347472"/>
          </a:xfrm>
          <a:prstGeom prst="rect">
            <a:avLst/>
          </a:prstGeom>
          <a:solidFill>
            <a:srgbClr val="21253A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2743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Vector DB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2743200"/>
            <a:ext cx="1371600" cy="347472"/>
          </a:xfrm>
          <a:prstGeom prst="rect">
            <a:avLst/>
          </a:prstGeom>
          <a:solidFill>
            <a:srgbClr val="21253A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2743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RAG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2743200"/>
            <a:ext cx="1371600" cy="347472"/>
          </a:xfrm>
          <a:prstGeom prst="rect">
            <a:avLst/>
          </a:prstGeom>
          <a:solidFill>
            <a:srgbClr val="21253A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2743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Flask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95160" y="2743200"/>
            <a:ext cx="1371600" cy="347472"/>
          </a:xfrm>
          <a:prstGeom prst="rect">
            <a:avLst/>
          </a:prstGeom>
          <a:solidFill>
            <a:srgbClr val="21253A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2743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Gemini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" y="4480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Tap Academy — Endee.io Placement Project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❓ 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3716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🔍  Keyword Mismatch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Traditional portals miss candidates who use different words for same skills (ML vs Machine Learning)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37160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64008" cy="13716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24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⏱️  Manual Screening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HR teams spend hours reading hundreds of resumes manually for every job opening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4114800" cy="137160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60320"/>
            <a:ext cx="64008" cy="13716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70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❌  Poor Matching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Simple filters cannot understand context — a Python dev who knows SQL gets wrongly filtered out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4114800" cy="137160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560320"/>
            <a:ext cx="64008" cy="13716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670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📉  Lost Talent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017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Great candidates get rejected because resume lacks exact keyword matches required by system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✅  Our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78BFA"/>
                </a:solidFill>
              </a:rPr>
              <a:t>AI-powered semantic matching that understands the MEANING of skills and experience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2697480" cy="141732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4630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1874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Semantic 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1671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Understands meaning using AI embeddings — beyond keywords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325880"/>
            <a:ext cx="2697480" cy="141732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14630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154680" y="1874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Endee Vector DB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21671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Stores 384-dim vectors with cosine similarity search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325880"/>
            <a:ext cx="2697480" cy="141732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4630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80760" y="1874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Gemini RAG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21671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Generates match explanations and interview questions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971800"/>
            <a:ext cx="2697480" cy="141732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8600" y="31089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" y="3520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PDF Upload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8130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Upload resume PDF — auto extract text and match to jobs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2971800"/>
            <a:ext cx="2697480" cy="141732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154680" y="31089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154680" y="3520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Dual Matching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38130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Match resumes to jobs or job descriptions to candidates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2971800"/>
            <a:ext cx="2697480" cy="141732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80760" y="31089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80760" y="3520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Match Score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38130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Similarity percentage for every result with visual bar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🏗️  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C63FF"/>
                </a:solidFill>
              </a:rPr>
              <a:t>INGESTION PIPELINE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502920"/>
          </a:xfrm>
          <a:prstGeom prst="rect">
            <a:avLst/>
          </a:prstGeom>
          <a:solidFill>
            <a:srgbClr val="21253A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📄 Documents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94560" y="118872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3FF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1097280"/>
            <a:ext cx="1920240" cy="502920"/>
          </a:xfrm>
          <a:prstGeom prst="rect">
            <a:avLst/>
          </a:prstGeom>
          <a:solidFill>
            <a:srgbClr val="21253A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✂️ Chunking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43400" y="118872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3FF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1920240" cy="502920"/>
          </a:xfrm>
          <a:prstGeom prst="rect">
            <a:avLst/>
          </a:prstGeom>
          <a:solidFill>
            <a:srgbClr val="21253A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🔢 Embeddings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118872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3FF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20840" y="1097280"/>
            <a:ext cx="1920240" cy="502920"/>
          </a:xfrm>
          <a:prstGeom prst="rect">
            <a:avLst/>
          </a:prstGeom>
          <a:solidFill>
            <a:srgbClr val="21253A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🗄️ Endee DB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1874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</a:rPr>
              <a:t>QUERY PIPELINE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94560"/>
            <a:ext cx="1325880" cy="502920"/>
          </a:xfrm>
          <a:prstGeom prst="rect">
            <a:avLst/>
          </a:prstGeom>
          <a:solidFill>
            <a:srgbClr val="2125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945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❓ Query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23317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737360" y="2194560"/>
            <a:ext cx="1325880" cy="502920"/>
          </a:xfrm>
          <a:prstGeom prst="rect">
            <a:avLst/>
          </a:prstGeom>
          <a:solidFill>
            <a:srgbClr val="2125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21945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🔢 Embed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63240" y="23317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2194560"/>
            <a:ext cx="1325880" cy="502920"/>
          </a:xfrm>
          <a:prstGeom prst="rect">
            <a:avLst/>
          </a:prstGeom>
          <a:solidFill>
            <a:srgbClr val="2125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21945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🔍 Endee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26280" y="23317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194560"/>
            <a:ext cx="1325880" cy="502920"/>
          </a:xfrm>
          <a:prstGeom prst="rect">
            <a:avLst/>
          </a:prstGeom>
          <a:solidFill>
            <a:srgbClr val="2125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1945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📋 Results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9320" y="23317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2194560"/>
            <a:ext cx="1325880" cy="502920"/>
          </a:xfrm>
          <a:prstGeom prst="rect">
            <a:avLst/>
          </a:prstGeom>
          <a:solidFill>
            <a:srgbClr val="2125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1945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✨ Gemini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52360" y="23317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89520" y="2194560"/>
            <a:ext cx="1325880" cy="502920"/>
          </a:xfrm>
          <a:prstGeom prst="rect">
            <a:avLst/>
          </a:prstGeom>
          <a:solidFill>
            <a:srgbClr val="2125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219456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💡 Answer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</a:rPr>
              <a:t>TECH STACK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46120"/>
          <a:ext cx="8595360" cy="16002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</a:rPr>
                        <a:t>Component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</a:rPr>
                        <a:t>Technology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</a:rPr>
                        <a:t>Purpose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</a:rPr>
                        <a:t>Vector Database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</a:rPr>
                        <a:t>Endee (Docker)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</a:rPr>
                        <a:t>Store &amp; search embeddings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</a:rPr>
                        <a:t>Embeddings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</a:rPr>
                        <a:t>all-MiniLM-L6-v2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</a:rPr>
                        <a:t>384-dim semantic vectors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</a:rPr>
                        <a:t>RAG / LLM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</a:rPr>
                        <a:t>Google Gemini 1.5 Flash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</a:rPr>
                        <a:t>Explain matches + interview Qs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</a:rPr>
                        <a:t>Backend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</a:rPr>
                        <a:t>Python Flask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</a:rPr>
                        <a:t>REST API server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</a:rPr>
                        <a:t>Frontend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</a:rPr>
                        <a:t>HTML / CSS / JS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92A4"/>
                          </a:solidFill>
                        </a:rPr>
                        <a:t>Web UI with 4 tabs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5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🗄️  How Endee Vector Database is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23444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64008" cy="12344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503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Create Index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90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Single index stores both resumes and jobs with INT8 precision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896112"/>
            <a:ext cx="5669280" cy="1005840"/>
          </a:xfrm>
          <a:prstGeom prst="rect">
            <a:avLst/>
          </a:prstGeom>
          <a:solidFill>
            <a:srgbClr val="0A0D14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914400"/>
            <a:ext cx="5440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client.create_index(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name='resume_jobs',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dimension=384,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space_type='cosine',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precision=Precision.INT8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8595360" cy="123444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94560"/>
            <a:ext cx="64008" cy="12344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40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Upsert Vectors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Each resume/job stored as 384-dim vector with metadata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0" y="2286000"/>
            <a:ext cx="5669280" cy="1005840"/>
          </a:xfrm>
          <a:prstGeom prst="rect">
            <a:avLst/>
          </a:prstGeom>
          <a:solidFill>
            <a:srgbClr val="0A0D14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2304288"/>
            <a:ext cx="5440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index.upsert([{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"resume_001",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"vector": [...384 floats...],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"meta": {"type":"resume",...}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584448"/>
            <a:ext cx="8595360" cy="123444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584448"/>
            <a:ext cx="64008" cy="12344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6301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11480" y="3968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Semantic Query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2702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Top-K similar vectors returned — no keywords needed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26080" y="3675888"/>
            <a:ext cx="5669280" cy="1005840"/>
          </a:xfrm>
          <a:prstGeom prst="rect">
            <a:avLst/>
          </a:prstGeom>
          <a:solidFill>
            <a:srgbClr val="0A0D14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3694176"/>
            <a:ext cx="5440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index.query(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vector=query_embedding,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top_k=5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 cosine-similar items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✨  Google Gemini RAG Integration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868680"/>
            <a:ext cx="1097280" cy="1097280"/>
          </a:xfrm>
          <a:prstGeom prst="ellipse">
            <a:avLst/>
          </a:prstGeom>
          <a:solidFill>
            <a:srgbClr val="21253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Endee Search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Top-K chunks retrieved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5740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017520" y="868680"/>
            <a:ext cx="1097280" cy="1097280"/>
          </a:xfrm>
          <a:prstGeom prst="ellipse">
            <a:avLst/>
          </a:prstGeom>
          <a:solidFill>
            <a:srgbClr val="21253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91440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0" y="2011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Prompt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2286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Resume + Job context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605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0" y="868680"/>
            <a:ext cx="1097280" cy="1097280"/>
          </a:xfrm>
          <a:prstGeom prst="ellipse">
            <a:avLst/>
          </a:prstGeom>
          <a:solidFill>
            <a:srgbClr val="21253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91440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Gemini 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286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gemini-1.5-flash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6364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23760" y="868680"/>
            <a:ext cx="1097280" cy="1097280"/>
          </a:xfrm>
          <a:prstGeom prst="ellipse">
            <a:avLst/>
          </a:prstGeom>
          <a:solidFill>
            <a:srgbClr val="21253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91440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49440" y="2011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RAG Output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2286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Structured JSON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27432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</a:rPr>
              <a:t>GEMINI GENERATES: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063240"/>
            <a:ext cx="4114800" cy="73152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📊  Match Explanation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410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2-3 sentences explaining why candidate fits the role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063240"/>
            <a:ext cx="4114800" cy="73152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💪  Strengths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3410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Top 3 skills that align with job requirements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931920"/>
            <a:ext cx="4114800" cy="73152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⚠️  Skill Gaps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4279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Missing skills or areas needing development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3931920"/>
            <a:ext cx="4114800" cy="73152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🎤  Interview Questions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4279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5 tailored questions based on the specific match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🖥️  Application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841248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84124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32688"/>
            <a:ext cx="2011680" cy="320040"/>
          </a:xfrm>
          <a:prstGeom prst="rect">
            <a:avLst/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326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🔍 Smart Search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932688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Type any skill query — Endee returns semantically matched jobs or candidates instantly with similarity scores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8595360" cy="841248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28800"/>
            <a:ext cx="64008" cy="8412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38528"/>
            <a:ext cx="2011680" cy="320040"/>
          </a:xfrm>
          <a:prstGeom prst="rect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38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📄 Match My Resume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1938528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Paste resume text → system finds best matching jobs from Endee index using vector similarity search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8595360" cy="841248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834640"/>
            <a:ext cx="64008" cy="8412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44368"/>
            <a:ext cx="2011680" cy="320040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44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💼 Find Candidates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2944368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Post a job description → system finds best matching resumes stored in Endee vector database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8595360" cy="841248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840480"/>
            <a:ext cx="64008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50208"/>
            <a:ext cx="2011680" cy="3200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502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📤 Upload PDF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3950208"/>
            <a:ext cx="6035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Upload resume PDF → auto extract text → embed → search Endee → show matched jobs with scores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253A"/>
          </a:solidFill>
          <a:ln w="12700">
            <a:solidFill>
              <a:srgbClr val="2125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4800600"/>
            <a:ext cx="16916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20 Vectors in Endee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74520" y="4800600"/>
            <a:ext cx="914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248"/>
                </a:solidFill>
              </a:rPr>
              <a:t>|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965960" y="4800600"/>
            <a:ext cx="16916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10 Resumes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0" y="4800600"/>
            <a:ext cx="914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248"/>
                </a:solidFill>
              </a:rPr>
              <a:t>|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4800600"/>
            <a:ext cx="16916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10 Job Descriptions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4800600"/>
            <a:ext cx="914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248"/>
                </a:solidFill>
              </a:rPr>
              <a:t>|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32120" y="4800600"/>
            <a:ext cx="16916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384 Dimensions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4800600"/>
            <a:ext cx="914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3248"/>
                </a:solidFill>
              </a:rPr>
              <a:t>|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4800600"/>
            <a:ext cx="16916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</a:rPr>
              <a:t>Cosine Similarity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📁  Project Structure &amp;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840480" cy="4023360"/>
          </a:xfrm>
          <a:prstGeom prst="rect">
            <a:avLst/>
          </a:prstGeom>
          <a:solidFill>
            <a:srgbClr val="0A0D14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3566160" cy="374904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endee-resume-matcher/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app.py          # Flask server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search.py       # Endee search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data.py         # Seed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rag.py          # Gemini RAG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docker-compose.yml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requirements.txt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index.html    # Web UI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389120" y="877824"/>
            <a:ext cx="347472" cy="34747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8778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28032" y="859536"/>
            <a:ext cx="3931920" cy="256032"/>
          </a:xfrm>
          <a:prstGeom prst="rect">
            <a:avLst/>
          </a:prstGeom>
          <a:solidFill>
            <a:srgbClr val="0A0D14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8595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28032" y="11521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Start Endee on port 8080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636776"/>
            <a:ext cx="347472" cy="34747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636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28032" y="1618488"/>
            <a:ext cx="3931920" cy="256032"/>
          </a:xfrm>
          <a:prstGeom prst="rect">
            <a:avLst/>
          </a:prstGeom>
          <a:solidFill>
            <a:srgbClr val="0A0D14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6184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28032" y="19110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Install Python packages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2395728"/>
            <a:ext cx="347472" cy="34747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2395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28032" y="2377440"/>
            <a:ext cx="3931920" cy="256032"/>
          </a:xfrm>
          <a:prstGeom prst="rect">
            <a:avLst/>
          </a:prstGeom>
          <a:solidFill>
            <a:srgbClr val="0A0D14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data.py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28032" y="26700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Ingest 20 vectors into Endee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3154680"/>
            <a:ext cx="347472" cy="34747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3154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28032" y="3136392"/>
            <a:ext cx="3931920" cy="256032"/>
          </a:xfrm>
          <a:prstGeom prst="rect">
            <a:avLst/>
          </a:prstGeom>
          <a:solidFill>
            <a:srgbClr val="0A0D14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3136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28032" y="3429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Start Flask on port 5000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3913632"/>
            <a:ext cx="347472" cy="34747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3913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28032" y="3895344"/>
            <a:ext cx="3931920" cy="256032"/>
          </a:xfrm>
          <a:prstGeom prst="rect">
            <a:avLst/>
          </a:prstGeom>
          <a:solidFill>
            <a:srgbClr val="0A0D14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38953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http://localhost:5000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28032" y="41879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Open in browser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📊  Sample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</a:rPr>
              <a:t>Query: "Python Data Analyst with Power BI and SQL"  →  Mode: Find Jobs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91440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#1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261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Analyst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Amazon India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8105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</a:rPr>
              <a:t>Python · SQL · Power BI · Tableau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0" y="1234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</a:rPr>
              <a:t>51%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0" y="16916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match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1554480"/>
            <a:ext cx="2468880" cy="109728"/>
          </a:xfrm>
          <a:prstGeom prst="rect">
            <a:avLst/>
          </a:prstGeom>
          <a:solidFill>
            <a:srgbClr val="2E3248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554480"/>
            <a:ext cx="1259129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86000"/>
            <a:ext cx="8595360" cy="91440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77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#2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23591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 BI Developer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6700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Deloitte India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29077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</a:rPr>
              <a:t>Power BI · DAX · SQL · ETL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0" y="2331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</a:rPr>
              <a:t>44%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58000" y="2788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match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06240" y="2651760"/>
            <a:ext cx="2468880" cy="109728"/>
          </a:xfrm>
          <a:prstGeom prst="rect">
            <a:avLst/>
          </a:prstGeom>
          <a:solidFill>
            <a:srgbClr val="2E3248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2651760"/>
            <a:ext cx="1086307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383280"/>
            <a:ext cx="8595360" cy="914400"/>
          </a:xfrm>
          <a:prstGeom prst="rect">
            <a:avLst/>
          </a:prstGeom>
          <a:solidFill>
            <a:srgbClr val="21253A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74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#3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3456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Senior Data Scientist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37673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Flipkart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40050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</a:rPr>
              <a:t>Python · ML · Statistics · SQL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0" y="3429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38%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85800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match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06240" y="3749040"/>
            <a:ext cx="2468880" cy="109728"/>
          </a:xfrm>
          <a:prstGeom prst="rect">
            <a:avLst/>
          </a:prstGeom>
          <a:solidFill>
            <a:srgbClr val="2E3248"/>
          </a:solidFill>
          <a:ln w="12700">
            <a:solidFill>
              <a:srgbClr val="2E32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3749040"/>
            <a:ext cx="938174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8BDF8"/>
                </a:solidFill>
              </a:rPr>
              <a:t>✨ Click AI Explain on any result → Gemini generates match explanation + 5 interview questions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0" y="640080"/>
            <a:ext cx="2011680" cy="201168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0" y="685800"/>
            <a:ext cx="2011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🎯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You!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78BFA"/>
                </a:solidFill>
              </a:rPr>
              <a:t>AI Resume &amp; Job Matching System — Endee Vector DB + Google Gemini RAG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39776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⭐ Starred endee-io/endee     🍴 Forked endee-io/endee     📂 Submitted on GitHub     🏫 Tap Academy — Endee.io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4480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3248"/>
                </a:solidFill>
              </a:rPr>
              <a:t>Built with: Endee · sentence-transformers · Flask · Google Gemini · Docker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Resume &amp; Job Matching System</dc:title>
  <dc:subject>PptxGenJS Presentation</dc:subject>
  <dc:creator>PptxGenJS</dc:creator>
  <cp:lastModifiedBy>PptxGenJS</cp:lastModifiedBy>
  <cp:revision>1</cp:revision>
  <dcterms:created xsi:type="dcterms:W3CDTF">2026-03-17T22:17:52Z</dcterms:created>
  <dcterms:modified xsi:type="dcterms:W3CDTF">2026-03-17T22:17:52Z</dcterms:modified>
</cp:coreProperties>
</file>